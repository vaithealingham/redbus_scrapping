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sldIdLst>
    <p:sldId id="280" r:id="rId2"/>
    <p:sldId id="285" r:id="rId3"/>
    <p:sldId id="256" r:id="rId4"/>
    <p:sldId id="258" r:id="rId5"/>
    <p:sldId id="259" r:id="rId6"/>
    <p:sldId id="260" r:id="rId7"/>
    <p:sldId id="281" r:id="rId8"/>
    <p:sldId id="261" r:id="rId9"/>
    <p:sldId id="262" r:id="rId10"/>
    <p:sldId id="263" r:id="rId11"/>
    <p:sldId id="264" r:id="rId12"/>
    <p:sldId id="265" r:id="rId13"/>
    <p:sldId id="282" r:id="rId14"/>
    <p:sldId id="267" r:id="rId15"/>
    <p:sldId id="268" r:id="rId16"/>
    <p:sldId id="283" r:id="rId17"/>
    <p:sldId id="269" r:id="rId18"/>
    <p:sldId id="270" r:id="rId19"/>
    <p:sldId id="284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8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9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5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4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96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34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1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2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386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07" r:id="rId6"/>
    <p:sldLayoutId id="2147484003" r:id="rId7"/>
    <p:sldLayoutId id="2147484004" r:id="rId8"/>
    <p:sldLayoutId id="2147484005" r:id="rId9"/>
    <p:sldLayoutId id="2147484006" r:id="rId10"/>
    <p:sldLayoutId id="21474840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FF4F1B1F-38C9-4BA3-8793-E2B6FC978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000"/>
          <a:stretch/>
        </p:blipFill>
        <p:spPr>
          <a:xfrm>
            <a:off x="6822" y="10"/>
            <a:ext cx="12191999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47E078-C798-4FBC-9718-DC96DBE02C62}"/>
              </a:ext>
            </a:extLst>
          </p:cNvPr>
          <p:cNvSpPr txBox="1"/>
          <p:nvPr/>
        </p:nvSpPr>
        <p:spPr>
          <a:xfrm>
            <a:off x="2629691" y="1256045"/>
            <a:ext cx="6962052" cy="18842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CAPSTONE – 1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sz="3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REDBUS DATA SCARPING WITH SELENIUM &amp; DYNAMIC FILTERING USING STREAMLIT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A32E3-D8A6-4BE3-A718-8AD972307B57}"/>
              </a:ext>
            </a:extLst>
          </p:cNvPr>
          <p:cNvSpPr txBox="1"/>
          <p:nvPr/>
        </p:nvSpPr>
        <p:spPr>
          <a:xfrm>
            <a:off x="2811857" y="5159228"/>
            <a:ext cx="6581930" cy="746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SzPct val="70000"/>
            </a:pPr>
            <a:r>
              <a:rPr lang="en-US" cap="all" spc="300">
                <a:solidFill>
                  <a:srgbClr val="FFFFFF"/>
                </a:solidFill>
              </a:rPr>
              <a:t>VAITHEALINGHAM A</a:t>
            </a: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6B5C80BC-C547-4FD8-9B68-6A9207F0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1557" y="3481804"/>
            <a:ext cx="0" cy="13107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66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93BA2B-DEA7-4DD3-B276-1225F1BA7DED}"/>
              </a:ext>
            </a:extLst>
          </p:cNvPr>
          <p:cNvSpPr txBox="1"/>
          <p:nvPr/>
        </p:nvSpPr>
        <p:spPr>
          <a:xfrm>
            <a:off x="1626636" y="1423691"/>
            <a:ext cx="89387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aim of the project is to scrape the data from RedBus website for </a:t>
            </a:r>
            <a:br>
              <a:rPr lang="en-US" dirty="0"/>
            </a:br>
            <a:r>
              <a:rPr lang="en-US" dirty="0"/>
              <a:t>10 states using selenium and build a streamlit application </a:t>
            </a:r>
            <a:br>
              <a:rPr lang="en-US" dirty="0"/>
            </a:br>
            <a:r>
              <a:rPr lang="en-US" dirty="0"/>
              <a:t>using the scraped data.</a:t>
            </a:r>
          </a:p>
          <a:p>
            <a:endParaRPr lang="en-US" dirty="0"/>
          </a:p>
          <a:p>
            <a:r>
              <a:rPr lang="en-IN" dirty="0"/>
              <a:t>Data Scraping:</a:t>
            </a:r>
            <a:br>
              <a:rPr lang="en-US" dirty="0"/>
            </a:br>
            <a:r>
              <a:rPr lang="en-US" dirty="0"/>
              <a:t>The data scraped from RedBus website includes: bus routes, schedules,</a:t>
            </a:r>
            <a:br>
              <a:rPr lang="en-US" dirty="0"/>
            </a:br>
            <a:r>
              <a:rPr lang="en-US" dirty="0"/>
              <a:t>prices, and seat availability. </a:t>
            </a:r>
          </a:p>
          <a:p>
            <a:endParaRPr lang="en-US" dirty="0"/>
          </a:p>
          <a:p>
            <a:r>
              <a:rPr lang="en-IN" dirty="0"/>
              <a:t>Data Storing:</a:t>
            </a:r>
            <a:br>
              <a:rPr lang="en-US" dirty="0"/>
            </a:br>
            <a:r>
              <a:rPr lang="en-US" dirty="0"/>
              <a:t>Store the scraped data in a SQL database. </a:t>
            </a:r>
          </a:p>
          <a:p>
            <a:endParaRPr lang="en-US" dirty="0"/>
          </a:p>
          <a:p>
            <a:r>
              <a:rPr lang="en-US" dirty="0"/>
              <a:t>Streamlit application:</a:t>
            </a:r>
          </a:p>
          <a:p>
            <a:r>
              <a:rPr lang="en-US" dirty="0"/>
              <a:t>Develop a Streamlit application to display and filter the scraped data.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8C541-3CFC-4CE0-A0D9-AE7B4840BAAF}"/>
              </a:ext>
            </a:extLst>
          </p:cNvPr>
          <p:cNvSpPr txBox="1"/>
          <p:nvPr/>
        </p:nvSpPr>
        <p:spPr>
          <a:xfrm>
            <a:off x="989044" y="765110"/>
            <a:ext cx="7660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 of the project: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86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8A565D8-E642-4598-BD4F-7ED84917B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A1F9-EF3E-4119-B104-9F4B684B1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188" y="1523386"/>
            <a:ext cx="8686800" cy="47187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699A8B-DE52-4D28-A434-CAF9546A954D}"/>
              </a:ext>
            </a:extLst>
          </p:cNvPr>
          <p:cNvSpPr txBox="1"/>
          <p:nvPr/>
        </p:nvSpPr>
        <p:spPr>
          <a:xfrm>
            <a:off x="933062" y="907565"/>
            <a:ext cx="852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Libraries used:</a:t>
            </a:r>
          </a:p>
        </p:txBody>
      </p:sp>
    </p:spTree>
    <p:extLst>
      <p:ext uri="{BB962C8B-B14F-4D97-AF65-F5344CB8AC3E}">
        <p14:creationId xmlns:p14="http://schemas.microsoft.com/office/powerpoint/2010/main" val="414184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0" y="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C904B-2233-4A1D-92CE-F96EED1F5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0" y="1616062"/>
            <a:ext cx="6030167" cy="1905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05BEB4-5389-478E-BB93-380924796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354" y="4197118"/>
            <a:ext cx="6030167" cy="18193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E49207-C2C2-48FA-B77C-57B07B63B59C}"/>
              </a:ext>
            </a:extLst>
          </p:cNvPr>
          <p:cNvSpPr txBox="1"/>
          <p:nvPr/>
        </p:nvSpPr>
        <p:spPr>
          <a:xfrm>
            <a:off x="634482" y="438539"/>
            <a:ext cx="17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Functions: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8099E-7C7E-434F-937D-59B5968B6885}"/>
              </a:ext>
            </a:extLst>
          </p:cNvPr>
          <p:cNvSpPr txBox="1"/>
          <p:nvPr/>
        </p:nvSpPr>
        <p:spPr>
          <a:xfrm>
            <a:off x="634482" y="1061744"/>
            <a:ext cx="462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to launch RedBus app in chrome: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FDCC5-02E6-4709-8379-08FAB9AE50B1}"/>
              </a:ext>
            </a:extLst>
          </p:cNvPr>
          <p:cNvSpPr txBox="1"/>
          <p:nvPr/>
        </p:nvSpPr>
        <p:spPr>
          <a:xfrm>
            <a:off x="4680859" y="3775201"/>
            <a:ext cx="462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to scroll the page down: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629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D96A65-2F16-419D-9B38-C78C74E46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114290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FC8655-99FE-416A-B6CB-4BB851EB5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01" y="596838"/>
            <a:ext cx="7506748" cy="179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7E593-ED5B-45D6-A43D-6F70ED7D4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609" y="2870868"/>
            <a:ext cx="11191875" cy="3929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45E252-5270-43B9-8DFD-791957E5B791}"/>
              </a:ext>
            </a:extLst>
          </p:cNvPr>
          <p:cNvSpPr txBox="1"/>
          <p:nvPr/>
        </p:nvSpPr>
        <p:spPr>
          <a:xfrm>
            <a:off x="257001" y="170908"/>
            <a:ext cx="505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for clicking the RTC card in RedBus app: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6FEFC-3CBA-4F74-94BE-D95291914F93}"/>
              </a:ext>
            </a:extLst>
          </p:cNvPr>
          <p:cNvSpPr txBox="1"/>
          <p:nvPr/>
        </p:nvSpPr>
        <p:spPr>
          <a:xfrm>
            <a:off x="821092" y="2512903"/>
            <a:ext cx="462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to fetch Bus route Links &amp; Names: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34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38090"/>
            <a:ext cx="1219200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D8C5BF-A1A8-4AB8-A483-125CC32BCFBB}"/>
              </a:ext>
            </a:extLst>
          </p:cNvPr>
          <p:cNvSpPr txBox="1"/>
          <p:nvPr/>
        </p:nvSpPr>
        <p:spPr>
          <a:xfrm>
            <a:off x="450981" y="741878"/>
            <a:ext cx="9402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Steps that I followed for fetching and storing bus details for each state are as follows: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9D6B9-2236-47E4-B0C7-EB317C2CB93C}"/>
              </a:ext>
            </a:extLst>
          </p:cNvPr>
          <p:cNvSpPr txBox="1"/>
          <p:nvPr/>
        </p:nvSpPr>
        <p:spPr>
          <a:xfrm>
            <a:off x="1240972" y="1380232"/>
            <a:ext cx="940214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Declaring empty lists for storing the bus details</a:t>
            </a:r>
          </a:p>
          <a:p>
            <a:pPr marL="342900" indent="-342900">
              <a:buAutoNum type="arabicPeriod"/>
            </a:pPr>
            <a:r>
              <a:rPr lang="en-US" dirty="0"/>
              <a:t>Launching the RedBus application</a:t>
            </a:r>
          </a:p>
          <a:p>
            <a:pPr marL="342900" indent="-342900">
              <a:buAutoNum type="arabicPeriod"/>
            </a:pPr>
            <a:r>
              <a:rPr lang="en-US" dirty="0"/>
              <a:t>Scrolling the page down for RTC cards section</a:t>
            </a:r>
          </a:p>
          <a:p>
            <a:pPr marL="342900" indent="-342900">
              <a:buAutoNum type="arabicPeriod"/>
            </a:pPr>
            <a:r>
              <a:rPr lang="en-US" dirty="0"/>
              <a:t>Clicking the RTC card for the state</a:t>
            </a:r>
          </a:p>
          <a:p>
            <a:pPr marL="342900" indent="-342900">
              <a:buAutoNum type="arabicPeriod"/>
            </a:pPr>
            <a:r>
              <a:rPr lang="en-US" dirty="0"/>
              <a:t>Fetching all the page numbers and storing it as pages</a:t>
            </a:r>
          </a:p>
          <a:p>
            <a:pPr marL="342900" indent="-342900">
              <a:buAutoNum type="arabicPeriod"/>
            </a:pPr>
            <a:r>
              <a:rPr lang="en-US" dirty="0"/>
              <a:t>Fetching the bus route links and bus route link names</a:t>
            </a:r>
          </a:p>
          <a:p>
            <a:pPr marL="342900" indent="-342900">
              <a:buAutoNum type="arabicPeriod"/>
            </a:pPr>
            <a:r>
              <a:rPr lang="en-US" dirty="0"/>
              <a:t>Iterating through each bus route link and fetching the required</a:t>
            </a:r>
            <a:br>
              <a:rPr lang="en-US" dirty="0"/>
            </a:br>
            <a:r>
              <a:rPr lang="en-US" dirty="0"/>
              <a:t>bus details and appending it to the lists</a:t>
            </a:r>
          </a:p>
          <a:p>
            <a:pPr marL="342900" indent="-342900">
              <a:buAutoNum type="arabicPeriod"/>
            </a:pPr>
            <a:r>
              <a:rPr lang="en-US" dirty="0"/>
              <a:t>Creating a CSV file for the state</a:t>
            </a:r>
          </a:p>
          <a:p>
            <a:pPr marL="342900" indent="-342900">
              <a:buAutoNum type="arabicPeriod"/>
            </a:pPr>
            <a:r>
              <a:rPr lang="en-US" dirty="0"/>
              <a:t>Writing the bus details stored in the lists to the CSV file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are the steps which I followed for fetching the details for </a:t>
            </a:r>
            <a:br>
              <a:rPr lang="en-US" dirty="0"/>
            </a:br>
            <a:r>
              <a:rPr lang="en-US" dirty="0"/>
              <a:t>10 different states.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05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380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EB91D7-EB30-4FCA-A612-190F844F8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64" y="1087789"/>
            <a:ext cx="10171634" cy="5128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D8C5BF-A1A8-4AB8-A483-125CC32BCFBB}"/>
              </a:ext>
            </a:extLst>
          </p:cNvPr>
          <p:cNvSpPr txBox="1"/>
          <p:nvPr/>
        </p:nvSpPr>
        <p:spPr>
          <a:xfrm>
            <a:off x="852197" y="484515"/>
            <a:ext cx="382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Lists for storing APSRTC bus details: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97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114290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81D7A4-BFCF-40FE-ADDB-D214DC2D6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156" y="1357044"/>
            <a:ext cx="8516539" cy="3915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0171FE-4091-434D-AD45-B4620AAC0D56}"/>
              </a:ext>
            </a:extLst>
          </p:cNvPr>
          <p:cNvSpPr txBox="1"/>
          <p:nvPr/>
        </p:nvSpPr>
        <p:spPr>
          <a:xfrm>
            <a:off x="1129004" y="587829"/>
            <a:ext cx="9099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Launching the RedBus application, scrolling the page down and clicking the RTC card for APSRTC, fetching the page numbers and Fetching the bus route links and names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738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66E907-9202-4455-9E06-FD82015B3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617462"/>
            <a:ext cx="10972801" cy="60847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3CB1AD-4B1D-496A-B509-6F998EB9876E}"/>
              </a:ext>
            </a:extLst>
          </p:cNvPr>
          <p:cNvSpPr txBox="1"/>
          <p:nvPr/>
        </p:nvSpPr>
        <p:spPr>
          <a:xfrm>
            <a:off x="609598" y="-28869"/>
            <a:ext cx="10885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Iterating through each link, clicking the view buses button if present, scrolling the page to the very bottom and scrolling back to 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052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9EE18B-D725-4FEE-9F0E-BE13BE82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3" y="756733"/>
            <a:ext cx="11344275" cy="58821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CCE7CC-CD42-474D-9A2C-8640788D4561}"/>
              </a:ext>
            </a:extLst>
          </p:cNvPr>
          <p:cNvSpPr txBox="1"/>
          <p:nvPr/>
        </p:nvSpPr>
        <p:spPr>
          <a:xfrm>
            <a:off x="496662" y="83976"/>
            <a:ext cx="1083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Fetching the bus details and appending them to the lists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328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8CFB2E-8BE3-4A08-91D8-ADCD69F35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68" y="1514117"/>
            <a:ext cx="11496675" cy="40935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203706-DB6F-47AE-AD06-E66DE04819B5}"/>
              </a:ext>
            </a:extLst>
          </p:cNvPr>
          <p:cNvSpPr txBox="1"/>
          <p:nvPr/>
        </p:nvSpPr>
        <p:spPr>
          <a:xfrm>
            <a:off x="522514" y="513184"/>
            <a:ext cx="9937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a new CSV file in the name of the state which we scraped the details for and write the details </a:t>
            </a:r>
            <a:br>
              <a:rPr lang="en-US" dirty="0"/>
            </a:br>
            <a:r>
              <a:rPr lang="en-US" dirty="0"/>
              <a:t>stores in the lists to the CSV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91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D86384-A91A-400A-A203-9F808EA8E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6" y="1306286"/>
            <a:ext cx="4963837" cy="3163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08DF3-04BC-4D8D-8EB0-268C07B83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51" y="3061298"/>
            <a:ext cx="4854951" cy="33064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7EFF34-92F2-427F-9A1D-065DEC5F958E}"/>
              </a:ext>
            </a:extLst>
          </p:cNvPr>
          <p:cNvSpPr txBox="1"/>
          <p:nvPr/>
        </p:nvSpPr>
        <p:spPr>
          <a:xfrm>
            <a:off x="485192" y="689693"/>
            <a:ext cx="11094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 the same steps and fetch the bus details for 10 different states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852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B6EB1F-CEFE-42A8-A277-3CF20F589779}"/>
              </a:ext>
            </a:extLst>
          </p:cNvPr>
          <p:cNvSpPr txBox="1"/>
          <p:nvPr/>
        </p:nvSpPr>
        <p:spPr>
          <a:xfrm>
            <a:off x="849085" y="1352939"/>
            <a:ext cx="903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Steps that I followed after fetching the bus details for 10 states: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219EB2-91C3-45C6-B9AB-32FA65C9F208}"/>
              </a:ext>
            </a:extLst>
          </p:cNvPr>
          <p:cNvSpPr txBox="1"/>
          <p:nvPr/>
        </p:nvSpPr>
        <p:spPr>
          <a:xfrm>
            <a:off x="1436915" y="2146804"/>
            <a:ext cx="91626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fetching the bus details for 10 states, we will be left with 10 csv files, </a:t>
            </a:r>
            <a:br>
              <a:rPr lang="en-US" dirty="0"/>
            </a:br>
            <a:r>
              <a:rPr lang="en-US" dirty="0"/>
              <a:t>one for each state.</a:t>
            </a:r>
          </a:p>
          <a:p>
            <a:endParaRPr lang="en-US" dirty="0"/>
          </a:p>
          <a:p>
            <a:r>
              <a:rPr lang="en-US" dirty="0"/>
              <a:t>I have read the csv files one by one as a dataframe and appended them</a:t>
            </a:r>
            <a:br>
              <a:rPr lang="en-US" dirty="0"/>
            </a:br>
            <a:r>
              <a:rPr lang="en-US" dirty="0"/>
              <a:t>all together to form a single dataframe.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Then I have converted the final dataframe to one CSV file.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82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53D6F5-0933-4BAC-902B-96250233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4" y="1133268"/>
            <a:ext cx="11029951" cy="54913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9B6782-58BC-4961-A227-CE9AE49E528D}"/>
              </a:ext>
            </a:extLst>
          </p:cNvPr>
          <p:cNvSpPr txBox="1"/>
          <p:nvPr/>
        </p:nvSpPr>
        <p:spPr>
          <a:xfrm>
            <a:off x="581024" y="228600"/>
            <a:ext cx="1062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the csv files one by one as a dataframe and appending them all together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727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DD4383-00B2-4C9A-9B1D-93112D639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55" y="961783"/>
            <a:ext cx="10116962" cy="3467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E0C33E-3049-4F6E-8229-5ECA33C8D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55" y="4655115"/>
            <a:ext cx="10116962" cy="1524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E291FB-3E68-4750-9206-D6AC49E244A4}"/>
              </a:ext>
            </a:extLst>
          </p:cNvPr>
          <p:cNvSpPr txBox="1"/>
          <p:nvPr/>
        </p:nvSpPr>
        <p:spPr>
          <a:xfrm>
            <a:off x="581024" y="228600"/>
            <a:ext cx="10625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all the 10 CSVs and appended them all together as a single dataframe. </a:t>
            </a:r>
            <a:br>
              <a:rPr lang="en-US" dirty="0"/>
            </a:br>
            <a:r>
              <a:rPr lang="en-US" dirty="0"/>
              <a:t>Converted the final dataframe to a CSV file named as ‘bus_details.csv’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71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208642-D7BD-4470-A8EC-F3C988F6AFC0}"/>
              </a:ext>
            </a:extLst>
          </p:cNvPr>
          <p:cNvSpPr txBox="1"/>
          <p:nvPr/>
        </p:nvSpPr>
        <p:spPr>
          <a:xfrm>
            <a:off x="637009" y="1600200"/>
            <a:ext cx="1062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Steps that I followed to insert the bus details to database are as follows: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0B8718-5E00-47A4-94BB-A1FF0F946B84}"/>
              </a:ext>
            </a:extLst>
          </p:cNvPr>
          <p:cNvSpPr txBox="1"/>
          <p:nvPr/>
        </p:nvSpPr>
        <p:spPr>
          <a:xfrm>
            <a:off x="1454020" y="2555072"/>
            <a:ext cx="92839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Create a connection to the data base using host_id, database name, </a:t>
            </a:r>
            <a:br>
              <a:rPr lang="en-US" dirty="0"/>
            </a:br>
            <a:r>
              <a:rPr lang="en-US" dirty="0"/>
              <a:t>user_id and password.  </a:t>
            </a:r>
          </a:p>
          <a:p>
            <a:pPr marL="342900" indent="-342900">
              <a:buAutoNum type="arabicPeriod"/>
            </a:pPr>
            <a:r>
              <a:rPr lang="en-US" dirty="0"/>
              <a:t>Create a table with appropriate column names.</a:t>
            </a:r>
          </a:p>
          <a:p>
            <a:pPr marL="342900" indent="-342900">
              <a:buAutoNum type="arabicPeriod"/>
            </a:pPr>
            <a:r>
              <a:rPr lang="en-US" dirty="0"/>
              <a:t>Iterate through the rows of the final dataframe and store the details</a:t>
            </a:r>
            <a:br>
              <a:rPr lang="en-US" dirty="0"/>
            </a:br>
            <a:r>
              <a:rPr lang="en-US" dirty="0"/>
              <a:t>to the table in the database.</a:t>
            </a:r>
          </a:p>
          <a:p>
            <a:pPr marL="342900" indent="-342900">
              <a:buAutoNum type="arabicPeriod"/>
            </a:pPr>
            <a:r>
              <a:rPr lang="en-US" dirty="0"/>
              <a:t>Close the connection.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6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BF563F-0AB2-47B0-AE12-93BBABD84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76" y="890233"/>
            <a:ext cx="11450648" cy="5077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208642-D7BD-4470-A8EC-F3C988F6AFC0}"/>
              </a:ext>
            </a:extLst>
          </p:cNvPr>
          <p:cNvSpPr txBox="1"/>
          <p:nvPr/>
        </p:nvSpPr>
        <p:spPr>
          <a:xfrm>
            <a:off x="581024" y="228600"/>
            <a:ext cx="1062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a connection to the database and create a table with appropriate columns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427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3113F9-F173-45F7-B621-2701D8B16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45" y="1590418"/>
            <a:ext cx="10821910" cy="36771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5A5F26-7F67-4559-A951-433423BA262F}"/>
              </a:ext>
            </a:extLst>
          </p:cNvPr>
          <p:cNvSpPr txBox="1"/>
          <p:nvPr/>
        </p:nvSpPr>
        <p:spPr>
          <a:xfrm>
            <a:off x="774441" y="559837"/>
            <a:ext cx="9769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Iterate through the rows of the final dataframe and store the details to the table in the database.</a:t>
            </a:r>
          </a:p>
          <a:p>
            <a:r>
              <a:rPr lang="en-US" dirty="0"/>
              <a:t>Close the connection after storing the details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83056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5A5F26-7F67-4559-A951-433423BA262F}"/>
              </a:ext>
            </a:extLst>
          </p:cNvPr>
          <p:cNvSpPr txBox="1"/>
          <p:nvPr/>
        </p:nvSpPr>
        <p:spPr>
          <a:xfrm>
            <a:off x="690466" y="1287281"/>
            <a:ext cx="976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Steps that I followed for creating a streamlit application from my data are as follows: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09E33-1D71-4A4D-B899-22FBC94125D5}"/>
              </a:ext>
            </a:extLst>
          </p:cNvPr>
          <p:cNvSpPr txBox="1"/>
          <p:nvPr/>
        </p:nvSpPr>
        <p:spPr>
          <a:xfrm>
            <a:off x="1491342" y="2062066"/>
            <a:ext cx="97691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Creating a file path for reading the CSV file.</a:t>
            </a:r>
          </a:p>
          <a:p>
            <a:pPr marL="342900" indent="-342900">
              <a:buAutoNum type="arabicPeriod"/>
            </a:pPr>
            <a:r>
              <a:rPr lang="en-US" dirty="0"/>
              <a:t>Reading the ‘bus_details.csv’ file as a dataframe.</a:t>
            </a:r>
          </a:p>
          <a:p>
            <a:pPr marL="342900" indent="-342900">
              <a:buAutoNum type="arabicPeriod"/>
            </a:pPr>
            <a:r>
              <a:rPr lang="en-IN" dirty="0"/>
              <a:t>Created functions for rating range, departure time range and</a:t>
            </a:r>
            <a:br>
              <a:rPr lang="en-IN" dirty="0"/>
            </a:br>
            <a:r>
              <a:rPr lang="en-IN" dirty="0"/>
              <a:t>price range.</a:t>
            </a:r>
          </a:p>
          <a:p>
            <a:pPr marL="342900" indent="-342900">
              <a:buAutoNum type="arabicPeriod"/>
            </a:pPr>
            <a:r>
              <a:rPr lang="en-IN" dirty="0"/>
              <a:t>Created two different options: ‘Home’ and ‘Select the bus’ buttons</a:t>
            </a:r>
            <a:br>
              <a:rPr lang="en-IN" dirty="0"/>
            </a:br>
            <a:r>
              <a:rPr lang="en-IN" dirty="0"/>
              <a:t>on the home screen.</a:t>
            </a:r>
          </a:p>
          <a:p>
            <a:pPr marL="342900" indent="-342900">
              <a:buAutoNum type="arabicPeriod"/>
            </a:pPr>
            <a:r>
              <a:rPr lang="en-IN" dirty="0"/>
              <a:t>Created dropdowns for ratings, route, departure time, price range,</a:t>
            </a:r>
            <a:br>
              <a:rPr lang="en-IN" dirty="0"/>
            </a:br>
            <a:r>
              <a:rPr lang="en-IN" dirty="0"/>
              <a:t>seat type and A/C type.</a:t>
            </a:r>
          </a:p>
          <a:p>
            <a:pPr marL="342900" indent="-342900">
              <a:buAutoNum type="arabicPeriod"/>
            </a:pPr>
            <a:r>
              <a:rPr lang="en-IN" dirty="0"/>
              <a:t>Filtering and displaying the data from the dataframe with respect to the</a:t>
            </a:r>
            <a:br>
              <a:rPr lang="en-IN" dirty="0"/>
            </a:br>
            <a:r>
              <a:rPr lang="en-IN" dirty="0"/>
              <a:t>options selected from the dropdowns. 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8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AD650E-4C1A-445F-A267-BF447B400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0" y="1476102"/>
            <a:ext cx="11707859" cy="3905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30F62-9E04-4F5B-AD01-4EB15572A549}"/>
              </a:ext>
            </a:extLst>
          </p:cNvPr>
          <p:cNvSpPr txBox="1"/>
          <p:nvPr/>
        </p:nvSpPr>
        <p:spPr>
          <a:xfrm>
            <a:off x="307910" y="690465"/>
            <a:ext cx="10832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a file path for reading the CSV file and reading the ‘bus_details.csv’ file as a dataframe.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102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6F2BC3-AF03-452F-922C-812E10861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93" y="783577"/>
            <a:ext cx="10412964" cy="58267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1BB99D-D7E8-4E22-A25E-626CE26DDD15}"/>
              </a:ext>
            </a:extLst>
          </p:cNvPr>
          <p:cNvSpPr txBox="1"/>
          <p:nvPr/>
        </p:nvSpPr>
        <p:spPr>
          <a:xfrm>
            <a:off x="699794" y="247650"/>
            <a:ext cx="1006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Created functions for rating range, departure time range and price range.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19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563CAB-D592-466F-AC8E-1A5121D9D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70" y="784997"/>
            <a:ext cx="7373379" cy="2076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16B59A-04CB-41F8-9BCF-818DFF80A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60" y="2861737"/>
            <a:ext cx="10774279" cy="3772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E63AF8-FC58-445B-8FF3-1DA1DEDB9475}"/>
              </a:ext>
            </a:extLst>
          </p:cNvPr>
          <p:cNvSpPr txBox="1"/>
          <p:nvPr/>
        </p:nvSpPr>
        <p:spPr>
          <a:xfrm>
            <a:off x="557822" y="138666"/>
            <a:ext cx="1057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Created two different options: ‘Home’ and ‘Select the bus’ buttons on the home screen and created dropdowns for ratings, route, departure time, price range, seat type and A/C type</a:t>
            </a:r>
          </a:p>
        </p:txBody>
      </p:sp>
    </p:spTree>
    <p:extLst>
      <p:ext uri="{BB962C8B-B14F-4D97-AF65-F5344CB8AC3E}">
        <p14:creationId xmlns:p14="http://schemas.microsoft.com/office/powerpoint/2010/main" val="3900773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152A29-B3A3-44FD-8804-9ABC014A8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57" y="1385157"/>
            <a:ext cx="8678486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16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DACA98-6825-4E46-A6A8-345B8BC6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993" y="783771"/>
            <a:ext cx="9774014" cy="58456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47653C-B993-432C-B76D-5F5988DC484B}"/>
              </a:ext>
            </a:extLst>
          </p:cNvPr>
          <p:cNvSpPr txBox="1"/>
          <p:nvPr/>
        </p:nvSpPr>
        <p:spPr>
          <a:xfrm>
            <a:off x="550507" y="247650"/>
            <a:ext cx="10935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Filtering and displaying the data from the dataframe with respect to the options selected from the dropdowns.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460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B3A7C-D4B6-4D82-9C59-78FA8330A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1483"/>
            <a:ext cx="11734800" cy="5968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6A461E-1A76-4848-8001-76392604FCE0}"/>
              </a:ext>
            </a:extLst>
          </p:cNvPr>
          <p:cNvSpPr txBox="1"/>
          <p:nvPr/>
        </p:nvSpPr>
        <p:spPr>
          <a:xfrm>
            <a:off x="485192" y="158620"/>
            <a:ext cx="1044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Page of my streamlit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817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BBEA16-31EA-4DED-9166-3268511E78E9}"/>
              </a:ext>
            </a:extLst>
          </p:cNvPr>
          <p:cNvSpPr txBox="1"/>
          <p:nvPr/>
        </p:nvSpPr>
        <p:spPr>
          <a:xfrm>
            <a:off x="485192" y="158620"/>
            <a:ext cx="1044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the bus Page: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3D74B9-190D-48B8-B8A9-5F7AD7D54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08" y="1002464"/>
            <a:ext cx="11655567" cy="50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92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AE0A1-B4BF-4AC3-BC4F-FB8BE5C02112}"/>
              </a:ext>
            </a:extLst>
          </p:cNvPr>
          <p:cNvSpPr txBox="1"/>
          <p:nvPr/>
        </p:nvSpPr>
        <p:spPr>
          <a:xfrm>
            <a:off x="623887" y="727831"/>
            <a:ext cx="9881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Displaying the bus details for the selected filter options: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F4CD8A-8C60-45DC-A94D-22829EBFF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26" y="1348163"/>
            <a:ext cx="11230947" cy="465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73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EDF32-5B4E-E8B2-EB41-A4606DA3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28590"/>
            <a:ext cx="12192000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59764-46E3-46AE-861F-B7D45D08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38115"/>
            <a:ext cx="121920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9B1B6-0AFF-4BA3-81A6-EA844A11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1" y="-247640"/>
            <a:ext cx="1219200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59686F-AEFE-4E96-8972-0DA6235EE2EA}"/>
              </a:ext>
            </a:extLst>
          </p:cNvPr>
          <p:cNvSpPr txBox="1"/>
          <p:nvPr/>
        </p:nvSpPr>
        <p:spPr>
          <a:xfrm>
            <a:off x="3023118" y="2598003"/>
            <a:ext cx="5812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THE END …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117781054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847</Words>
  <Application>Microsoft Office PowerPoint</Application>
  <PresentationFormat>Widescreen</PresentationFormat>
  <Paragraphs>67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Georgia Pro Light</vt:lpstr>
      <vt:lpstr>VaultVTI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VAITHEALINGHAM A</dc:creator>
  <cp:lastModifiedBy>VAITHEALINGHAM A</cp:lastModifiedBy>
  <cp:revision>28</cp:revision>
  <dcterms:created xsi:type="dcterms:W3CDTF">2024-09-21T14:42:12Z</dcterms:created>
  <dcterms:modified xsi:type="dcterms:W3CDTF">2025-05-13T13:00:29Z</dcterms:modified>
</cp:coreProperties>
</file>